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068" y="-14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1828800"/>
            <a:ext cx="9144000" cy="9144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7680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76800" y="0"/>
            <a:ext cx="4876805" cy="73152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753600" y="0"/>
            <a:ext cx="487680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25603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029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 Semibold"/>
              </a:defRPr>
            </a:pPr>
            <a:r>
              <a:t>PLATAFORMA 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 Light"/>
              </a:defRPr>
            </a:pPr>
            <a:r>
              <a:t>ITSector Talent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6B6D4"/>
                </a:solidFill>
                <a:latin typeface="Segoe UI Light"/>
              </a:defRPr>
            </a:pPr>
            <a:r>
              <a:t>Inbox 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Sistema Inteligente de Gestao de Candidaturas e Recrutamento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57784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Transformar emails em talento. Automaticamente.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Local &amp; Seguro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M365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Integracao Nativa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Scoring Inteligente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O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Light"/>
              </a:defRPr>
            </a:pPr>
            <a:r>
              <a:t>O Recrutamento Tradicional por Email Nao Escala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29260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11680" y="265176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Emails Perdidos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Candidaturas enterradas na caixa</a:t>
            </a:r>
            <a:br/>
            <a:r>
              <a:t>de entrada sem rastreamento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2926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303520" y="26517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CVs Manuais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Leitura manual de dezenas de CVs</a:t>
            </a:r>
            <a:br/>
            <a:r>
              <a:t>por dia sem normalizacao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2286000"/>
            <a:ext cx="29260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95359" y="26517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Sem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Impossivel comparar candidatos</a:t>
            </a:r>
            <a:br/>
            <a:r>
              <a:t>objectivamente entre vagas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789920" y="2286000"/>
            <a:ext cx="29260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887200" y="265176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Tempo Perdido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Horas gastas em tarefas repetitivas</a:t>
            </a:r>
            <a:br/>
            <a:r>
              <a:t>que podiam ser automatizadas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6217920"/>
            <a:ext cx="12801600" cy="109728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6400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6446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dos recrutadores afirmam perder candidatos qualificados devido a processos manuais desorganizados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 SOLUCAO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Light"/>
              </a:defRPr>
            </a:pPr>
            <a:r>
              <a:t>De Email a Contratacao - Tudo Automatizado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25880" y="25603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Email Recebido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Sincronizacao</a:t>
            </a:r>
            <a:br/>
            <a:r>
              <a:t>automatica M365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4612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2286000"/>
            <a:ext cx="24688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14800" y="25603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Parsing PDF/DOCX</a:t>
            </a:r>
            <a:br/>
            <a:r>
              <a:t>e extracao de dados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1500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3504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228600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03720" y="25603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Candidato Criado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Perfil normalizado</a:t>
            </a:r>
            <a:br/>
            <a:r>
              <a:t>com competencias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0392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23959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59" y="228600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39" y="25603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Score Calculado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Avaliacao heuristica</a:t>
            </a:r>
            <a:br/>
            <a:r>
              <a:t>por vaga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292839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61288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612880" y="228600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481560" y="2560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Decisao Tomada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Avancar, Rever</a:t>
            </a:r>
            <a:br/>
            <a:r>
              <a:t>ou Rejeitar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760720"/>
            <a:ext cx="12801600" cy="16459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71600" y="5943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Resultado: Zero Trabalho Manual na Triagem Inicial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64922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O sistema processa automaticamente cada email, extrai informacao dos CVs, cria perfis de candidatos,</a:t>
            </a:r>
            <a:br/>
            <a:r>
              <a:t>calcula pontuacoes de adequacao e recomenda accoes - tudo em segundos.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Visao Geral em Tempo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40080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640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Vagas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04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Relatorios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Definicoes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ITSector 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Segoe UI"/>
              </a:defRPr>
            </a:pPr>
            <a:r>
              <a:t>247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Total Candidatos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2356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Vagas Abertas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Em Revisao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3564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3564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Segoe UI"/>
              </a:defRPr>
            </a:pPr>
            <a:r>
              <a:t>89%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Taxa Processamento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3291840"/>
            <a:ext cx="502920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9184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Candidaturas por Vaga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886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.NET Dev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922776"/>
            <a:ext cx="2720340" cy="201168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91840" y="4270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React Dev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4306824"/>
            <a:ext cx="2080260" cy="201168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91840" y="46542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690872"/>
            <a:ext cx="1440180" cy="201168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91840" y="5038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DevOps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5074920"/>
            <a:ext cx="1760220" cy="201168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91840" y="5422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Power Apps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5458968"/>
            <a:ext cx="1120139" cy="201168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Mobile Dev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5843016"/>
            <a:ext cx="1280160" cy="201168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321040" y="3291840"/>
            <a:ext cx="557784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Actividade Recente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84048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778240" y="3794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Novo candidato: Maria Silva (.NET Senior)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422452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78240" y="41788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CV processado: Joao Santos (React Dev)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46085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78240" y="4562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Score calculado: Ana Costa - 87/100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4992624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78240" y="49469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Entrevista agendada: Pedro Almeida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5376672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78240" y="5330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Email enviado: Template Rejeicao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5760720"/>
            <a:ext cx="109728" cy="10972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778240" y="5715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Vaga actualizada: QA Engineer -&gt; ABERTA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0" y="6400800"/>
            <a:ext cx="10881360" cy="1097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9184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Pipeline de Recrutamento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0040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Novo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8348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8348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8348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Revisao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6656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76656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Shortlist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4964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54964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Entrevista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33272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33272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3272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Oferta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211580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211580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1580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Contratado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INBOX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Sincronizacao Automatica com Microsoft 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21792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6217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ITSector 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644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Vagas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75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Inbox - careers@itsector.pt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0" y="150876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0" y="15361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Sincronizar Agora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103120"/>
            <a:ext cx="10972800" cy="41148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21214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Ultima sincronizacao: ha 5 minutos  |  23 emails processados  |  8 novos candidatos criados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269748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17520" y="269748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2743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743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Candidatura - .NET Developer Senior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27432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14:32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0" y="278892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0" y="28072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329184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17520" y="329184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40" y="3337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Joao Santos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Candidatura React Developer - Portfolio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33375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13:45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338328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0" y="34015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Em Analise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388620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017520" y="388620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91840" y="3931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Ana Costa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931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Re: Oportunidade QA Engineer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39319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12:20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344400" y="397764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344400" y="39959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Novo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7520" y="448056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017520" y="448056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91840" y="4526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Pedro Almeida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526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Candidatura Espontanea - DevOps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45262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11:05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344400" y="457200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2344400" y="45902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17520" y="507492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91840" y="5120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Newsletter SAPO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120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Tech News Semanal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5120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10:30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344400" y="516636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25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344400" y="51846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Ignorado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0" y="566928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17520" y="566928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91840" y="5715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Sofia Martins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40" y="5715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Interesse vaga Power Apps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5715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09:15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344400" y="576072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344400" y="5779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Novo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17520" y="626364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017520" y="626364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91840" y="6309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Carlos Ferreira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0640" y="6309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CV em anexo - Mobile Developer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0" y="6309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08:40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344400" y="635508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2344400" y="6373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Processado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0" y="7086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Verde = Candidatura Detectada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7086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Cinza = Email Ignorado (nao-candidatura)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GESTAO DE CANDIDATOS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Perfis Completos Extraidos Automaticamente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21792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3167360" cy="16459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" y="173736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148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Senior .NET Developer  |  Lisboa  |  8 anos experiencia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0" y="173736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0" y="1783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AVANCAR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651760"/>
            <a:ext cx="164592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26609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Shortlisted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651760"/>
            <a:ext cx="1645920" cy="274320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6609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.NET Developer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0" y="2651760"/>
            <a:ext cx="164592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0" y="26609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Entrevista Agendada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6400800" cy="21031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Competencias Extraidas do CV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02336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041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C#/.NET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402336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0" y="4041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Azure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402336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0" y="4041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SQL Server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79" y="402336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79" y="4041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REST APIs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48056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498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Microservices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448056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0320" y="4498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448056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0" y="4498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CI/CD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79" y="448056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79" y="4498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Agile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3474720"/>
            <a:ext cx="6400800" cy="21031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8096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Decomposicao do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Skills Obrigatorias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4069080"/>
            <a:ext cx="2286000" cy="164592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241280" y="4069080"/>
            <a:ext cx="2125980" cy="164592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61872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28/30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370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Skills Opcionais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0" y="4416552"/>
            <a:ext cx="2286000" cy="164592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241280" y="4416552"/>
            <a:ext cx="1828800" cy="164592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2618720" y="43708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8/10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4718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Experiencia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41280" y="4764024"/>
            <a:ext cx="2286000" cy="164592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241280" y="4764024"/>
            <a:ext cx="1988819" cy="164592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2618720" y="4718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B82F6"/>
                </a:solidFill>
                <a:latin typeface="Segoe UI"/>
              </a:defRPr>
            </a:pPr>
            <a:r>
              <a:t>13/15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50657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Idiomas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0" y="5111496"/>
            <a:ext cx="2286000" cy="164592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241280" y="5111496"/>
            <a:ext cx="2286000" cy="164592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2618720" y="50657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10/10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5413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Localizacao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41280" y="5458968"/>
            <a:ext cx="2286000" cy="164592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0241280" y="5458968"/>
            <a:ext cx="2286000" cy="164592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618720" y="5413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5/5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5760720"/>
            <a:ext cx="6400800" cy="1554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0584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Informacao Pessoal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62636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Email: maria.silva@gmail.com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653795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Telefone: +351 912 345 678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681227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LinkedIn: /in/maria-silva-dev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7086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Educacao: MSc Eng. Informatica - IST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06640" y="5760720"/>
            <a:ext cx="6400800" cy="1554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68096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Accoes Rapidas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80960" y="6263640"/>
            <a:ext cx="256032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0960" y="6291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Enviar Email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698480" y="6263640"/>
            <a:ext cx="2560320" cy="36576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698480" y="6291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Agendar Entrevista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680960" y="6720840"/>
            <a:ext cx="2560320" cy="36576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680960" y="6748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Adicionar ao Talent Pool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698480" y="6720840"/>
            <a:ext cx="2560320" cy="365760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698480" y="6748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Exportar Perfil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PROCESSAMENTO DE CVs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Extracao Inteligente de Curriculos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572000" cy="5943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curriculum_vitae.pdf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148840"/>
            <a:ext cx="38404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EXPERIENCIA PROFISSIONAL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- ITSector (2019-presente) - .NET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- BNP Paribas (2016-2019) - Software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31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COMPETENCIAS TECNICAS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C#, .NET Core, Azure, SQL Server,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548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REST APIs, Microservices, CI/CD,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53035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IDIOMAS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Portugues (Nativo), Ingles (Fluente)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6126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FORMACAO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400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MSc Engenharia Informatica - IST (2016)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86400" y="3840480"/>
            <a:ext cx="1097280" cy="54864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Parsing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554480"/>
            <a:ext cx="685800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Dados Extraidos Automaticamente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Nome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715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Titulo Actual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715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145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Localizacao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1455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Lisboa, Portugal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5753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Anos Experiencia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753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8 anos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005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Skills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0050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["C#", ".NET Core", "Azure", "SQL Server", "Docker"]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Idiomas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434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["Portugues (Nativo)", "Ingles (Fluente)"]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864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Educacao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864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["MSc Eng. Informatica - IST 2016"]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943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Experiencia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2943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["ITSector 2019-2025", "BNP Paribas 2016-2019"]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7241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7241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Segoe UI"/>
              </a:defRPr>
            </a:pPr>
            <a:r>
              <a:t>linkedin.com/in/maria-silva-dev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6153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Email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61539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Segoe UI"/>
              </a:defRPr>
            </a:pPr>
            <a:r>
              <a:t>maria.silva@gmail.com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65836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Confianca Parser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65836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94%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0" y="6583680"/>
            <a:ext cx="6217920" cy="64008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49807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9807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PDF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1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6111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2415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42415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887200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887200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OCR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MOTOR DE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Avaliacao Objectiva e Configuravel</a:t>
            </a:r>
          </a:p>
        </p:txBody>
      </p:sp>
      <p:sp>
        <p:nvSpPr>
          <p:cNvPr id="4" name="Oval 3"/>
          <p:cNvSpPr/>
          <p:nvPr/>
        </p:nvSpPr>
        <p:spPr>
          <a:xfrm>
            <a:off x="1828800" y="2743200"/>
            <a:ext cx="2743200" cy="2743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03120" y="3017520"/>
            <a:ext cx="2194560" cy="21945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68880" y="36576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pontos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Skills Obrigatorias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47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Match com requisitos da vaga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17190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15600" y="17190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5024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30 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402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Anos Experiencia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4414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Adequacao ao nivel exigido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0" y="231343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15600" y="2313432"/>
            <a:ext cx="137160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350240" y="2240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15 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2834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Skills Opcionais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0358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Competencias diferenciadoras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290779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15600" y="290779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350240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4290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3429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Idiomas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6301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Correspondencia linguistica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350215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15600" y="350215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350240" y="3429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023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03720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Titulo/Senioridade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224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Relevancia funcional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0" y="409651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515600" y="409651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35024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6177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03720" y="4617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Dominio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8188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Experiencia no sector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46908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515600" y="469087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350240" y="4617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03720" y="5212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Localizacao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413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Proximidade geografica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15600" y="528523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515600" y="528523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35024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8064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03720" y="5806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Qualidade CV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60076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Completude do curriculo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15600" y="587959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515600" y="587959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3350240" y="5806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6400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Factor Recrutador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66019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Ajuste manual do recruiter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15600" y="647395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10515600" y="647395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335024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6675120"/>
            <a:ext cx="13167360" cy="82296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1440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1440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75+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AVANCAR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Auto-avanco para entrevista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0352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30352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45-74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REVISAO MANUAL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Requer decisao do recrutador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9264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69264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&lt;45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Segoe UI"/>
              </a:defRPr>
            </a:pPr>
            <a:r>
              <a:t>REJEITAR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0704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Abaixo do minimo para a vaga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GESTAO DE VAGAS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Vagas com Ranking Automatico de Candidatos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.NET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Tecnologia  |  Lisboa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1560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1560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1560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977639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77639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59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Tecnologia  |  Porto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1999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71999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51959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1999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571999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51959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1999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571999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498079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498079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399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React Developer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399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Frontend  |  Remoto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399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399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399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79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399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39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092439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399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39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092439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399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92439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092439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1018520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1018520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29284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Power Apps Developer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Low Code  |  Lisboa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292840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292840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9284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2072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92840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612880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11612880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292840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612880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11612880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292840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612880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11612880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57200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57200" y="457200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Business Analyst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Consultoria  |  Lisboa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1520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459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51560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051560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31520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51560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051560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1520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1560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051560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3977639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977639" y="4572000"/>
            <a:ext cx="3291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51959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51959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Qualidade  |  Porto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51959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251959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PAUSADA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51959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66359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51959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1999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4571999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251959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1999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4571999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251959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1999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4571999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7498079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498079" y="457200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772399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DevOps Engineer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72399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Infraestrutura  |  Remoto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772399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772399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ABERTA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2399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86799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72399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092439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8092439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772399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092439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8092439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772399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092439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8092439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11018520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11018520" y="4572000"/>
            <a:ext cx="329184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129284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Mobile Developer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29284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Mobile  |  Lisboa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1292840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25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1292840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4A3B8"/>
                </a:solidFill>
                <a:latin typeface="Segoe UI"/>
              </a:defRPr>
            </a:pPr>
            <a:r>
              <a:t>RASCUNHO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292840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20724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candidatos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292840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612880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11612880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1292840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1612880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11612880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1292840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1612880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11612880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COMUNICACAO INTEGRADA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Templates, Emails e Agendamento de Entrevistas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658368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Templates de Email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73152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Convite para Entrevista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Agenda automaticamente via M365 Calendar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46888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0" y="248716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73152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227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Rejeicao Profissional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02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Resposta respeitosa com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33756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0" y="33558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096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Proposta/Oferta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70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Template com detalhes da posicao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420624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0" y="42245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4965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Pedido de Informacao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Solicitar dados adicionais ao candidato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507492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0" y="509320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760720"/>
            <a:ext cx="73152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5833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Boas-vindas Talent Pool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108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Informar inclusao no talent pool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594360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0" y="596188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1463040"/>
            <a:ext cx="658368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Compor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Para: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228600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6968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maria.silva@gmail.com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Assunto: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283464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69680" y="2862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Convite para Entrevista - .NET Developer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3566160"/>
            <a:ext cx="6035040" cy="274320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55279" y="3657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Cara Maria Silva,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3877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55279" y="40965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Temos o prazer de a convidar para uma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31596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entrevista relativa a posicao de .NET Developer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5354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na ITSector.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47548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55279" y="497433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Data: 28 de Marco de 2026, 14:30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19379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Local: Escritorio ITSector Lisboa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54132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55279" y="563270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Aguardamos a sua confirmacao.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58521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Com os melhores cumprimentos,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60716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Equipa de Recrutamento ITSector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070080" y="65836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070080" y="66111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Enviar via M365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65836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241280" y="66111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Agendar M365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Base de Talento Reutilizavel para Futuras Oportunidades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Candidatos qualificados que nao encaixam na vaga actual sao preservados para futuras oportunidades.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65836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228600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Ana Rodrigues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React Developer Junior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Score: 58 (Near-Fit QA)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React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Node.js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React Developer (quando abrir junior)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01168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79" y="2011680"/>
            <a:ext cx="6583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399" y="228600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BM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Bruno Mendes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560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DevOps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5CF6"/>
                </a:solidFill>
                <a:latin typeface="Segoe UI"/>
              </a:defRPr>
            </a:pPr>
            <a:r>
              <a:t>Score: 62 (Near-Fit)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39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39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AWS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1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1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Terraform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4983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Kubernetes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399" y="361188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79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Proxima vaga Cloud/Infra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57200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4572000"/>
            <a:ext cx="65836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31520" y="4846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Carla Dias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Business Analyst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349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Score: 71 (Revisao Manual)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BPMN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2024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92024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SQL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0896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Power BI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617220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Rever quando abrir BA Senior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79" y="457200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498079" y="4572000"/>
            <a:ext cx="65836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772399" y="48463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59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Daniel Sousa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59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Full-Stack Developer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59" y="5349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Candidatura Espontanea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39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7239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.NET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111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96111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Angular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4983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14983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Azure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399" y="617220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955279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Sugestao: Match com .NET Developer ou React Dev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7132320"/>
            <a:ext cx="13716000" cy="54864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400" y="71780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O Talent Pool garante que nenhum candidato qualificado se perde. Sugestoes automaticas de vagas futuras maximizam o retorno do pipeline.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QUALIDADE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Deteccao de Duplicados e Exportacao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6583680" cy="5029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Deteccao Inteligente de Duplicados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O sistema detecta automaticamente candidatos duplicados</a:t>
            </a:r>
            <a:br/>
            <a:r>
              <a:t>com base em email, nome e telefone.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5852160" cy="3200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Duplicado Detectado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56616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Registo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319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Joao Santos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605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joao.santos@email.com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Via: Candidatura directa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6634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Score: 72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40480" y="4297680"/>
            <a:ext cx="4572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80560" y="356616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Registo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319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J. Santos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1605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joao.santos@email.com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Via: Email espontaneo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6634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Score: 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577840"/>
            <a:ext cx="2743200" cy="4114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0" y="5605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Fundir Registos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554480"/>
            <a:ext cx="6583680" cy="5029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Relatorios e Exportacoes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286000"/>
            <a:ext cx="594360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0" y="228600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Exportacao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Lista completa de candidatos com</a:t>
            </a:r>
            <a:br/>
            <a:r>
              <a:t>todos os dados extraidos e scores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0" y="2560320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00" y="257860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XLSX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3337560"/>
            <a:ext cx="594360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0" y="3337560"/>
            <a:ext cx="73152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0" y="3429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Relatorio por Vaga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703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Ranking de candidatos e metricas</a:t>
            </a:r>
            <a:br/>
            <a:r>
              <a:t>de cada vaga aberta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01600" y="3611880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0" y="363016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XLSX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389120"/>
            <a:ext cx="594360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72400" y="438912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Audit 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Registo de todas as accoes</a:t>
            </a:r>
            <a:br/>
            <a:r>
              <a:t>sensitivas no sistema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0" y="4663440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01600" y="468172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5440679"/>
            <a:ext cx="594360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772400" y="5440679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38160" y="55321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Dashboard 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58064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Graficos interactivos com KPIs</a:t>
            </a:r>
            <a:br/>
            <a:r>
              <a:t>de recrutamento em tempo real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801600" y="5714999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2801600" y="5733287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WEB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INTEGRACOES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Ecossistema Microsoft 365 e Mais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91640" y="2011680"/>
            <a:ext cx="777240" cy="7772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Microsoft Graph</a:t>
            </a:r>
            <a:br/>
            <a:r>
              <a:t>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Sincronizacao bidirecional de</a:t>
            </a:r>
            <a:br/>
            <a:r>
              <a:t>emails com caixa de correio</a:t>
            </a:r>
            <a:br/>
            <a:r>
              <a:t>careers@itsector.pt</a:t>
            </a:r>
            <a:br/>
            <a:br/>
            <a:r>
              <a:t>Mail.Read | Mail.Send</a:t>
            </a:r>
            <a:br/>
            <a:r>
              <a:t>Mail.ReadWrite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77639" y="164592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12079" y="2011680"/>
            <a:ext cx="777240" cy="7772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Microsoft Graph</a:t>
            </a:r>
            <a:br/>
            <a:r>
              <a:t>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Agendamento de entrevistas</a:t>
            </a:r>
            <a:br/>
            <a:r>
              <a:t>directamente no calendario</a:t>
            </a:r>
            <a:br/>
            <a:r>
              <a:t>do Microsoft 365</a:t>
            </a:r>
            <a:br/>
            <a:br/>
            <a:r>
              <a:t>Calendars.ReadWrite</a:t>
            </a:r>
            <a:br/>
            <a:r>
              <a:t>Convites automaticos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164592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32519" y="2011680"/>
            <a:ext cx="777240" cy="7772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Tesseract.js</a:t>
            </a:r>
            <a:br/>
            <a:r>
              <a:t>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Reconhecimento optico de</a:t>
            </a:r>
            <a:br/>
            <a:r>
              <a:t>caracteres para CVs digitalizados</a:t>
            </a:r>
            <a:br/>
            <a:r>
              <a:t>em formato imagem</a:t>
            </a:r>
            <a:br/>
            <a:br/>
            <a:r>
              <a:t>Multiplos idiomas</a:t>
            </a:r>
            <a:br/>
            <a:r>
              <a:t>Fallback automatico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18520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18520" y="164592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252960" y="2011680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ExcelJS</a:t>
            </a:r>
            <a:br/>
            <a:r>
              <a:t>Exportacao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Geracao de relatorios Excel</a:t>
            </a:r>
            <a:br/>
            <a:r>
              <a:t>profissionais com dados de</a:t>
            </a:r>
            <a:br/>
            <a:r>
              <a:t>candidatos e metricas</a:t>
            </a:r>
            <a:br/>
            <a:br/>
            <a:r>
              <a:t>Exportacao local</a:t>
            </a:r>
            <a:br/>
            <a:r>
              <a:t>Formatos configurados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126480"/>
            <a:ext cx="13716000" cy="1371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Inteligencia Artificial (Opcional)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67512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Suporte para OpenAI, Azure OpenAI e Anthropic - para resumos de CV, sugestoes de email e classificacao avancada.</a:t>
            </a:r>
            <a:br/>
            <a:r>
              <a:t>Totalmente opcional: o sistema funciona com heuristicas locais sem necessidade de API externa.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OpenAI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Azure OpenAI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8016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Anthropic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Stack Moderna e Escalavel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3716000" cy="1371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Next.js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14884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71800" y="214884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2212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React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14884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80" y="214884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2212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Tailwind 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14884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2148840"/>
            <a:ext cx="54864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2212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TanStack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14884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92640" y="214884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0" y="2212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Recharts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932920" y="214884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932920" y="2148840"/>
            <a:ext cx="54864" cy="5029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115800" y="22128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Radix UI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040880" y="2926080"/>
            <a:ext cx="274320" cy="22860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7200" y="3200400"/>
            <a:ext cx="13716000" cy="1371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79476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379476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API Routes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379476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71800" y="379476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5468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Services 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379476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212080" y="379476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9496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Repository Pattern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379476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52360" y="3794760"/>
            <a:ext cx="54864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3524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379476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692640" y="37947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7552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Zod Validation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932920" y="379476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932920" y="3794760"/>
            <a:ext cx="54864" cy="5029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211580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Auth/Session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7040880" y="4572000"/>
            <a:ext cx="274320" cy="22860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57200" y="4846320"/>
            <a:ext cx="13716000" cy="1371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SERVICOS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44068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31520" y="544068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5504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Inbox Sync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71800" y="544068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971800" y="544068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154680" y="5504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CV Parsing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12080" y="544068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212080" y="544068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94960" y="5504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Scoring Engine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52360" y="544068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452360" y="5440680"/>
            <a:ext cx="54864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635240" y="5504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Email Service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92640" y="544068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692640" y="544068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875520" y="5504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Duplicate Detection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932920" y="544068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932920" y="5440680"/>
            <a:ext cx="54864" cy="5029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2115800" y="5504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Calendar Service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7040880" y="6217920"/>
            <a:ext cx="274320" cy="22860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457200" y="6492240"/>
            <a:ext cx="13716000" cy="1371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" y="6629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DADOS &amp; STORAGE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70866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31520" y="708660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14400" y="71506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SQLite + Prisma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971800" y="70866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971800" y="708660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154680" y="71506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Filesystem Local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212080" y="70866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212080" y="708660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394960" y="71506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13 Modelos DB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452360" y="70866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7452360" y="7086600"/>
            <a:ext cx="54864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635240" y="71506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Audit Logging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92640" y="70866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692640" y="708660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875520" y="71506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Migrations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932920" y="70866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932920" y="7086600"/>
            <a:ext cx="54864" cy="5029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2115800" y="71506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Seed Data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Evolucao Planeada em Tres Fases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68880"/>
            <a:ext cx="1280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28600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7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4389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FASE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108960"/>
            <a:ext cx="1828800" cy="32004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312724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CONCLUIDO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Fundacao 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Autenticacao e sessoes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445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Dashboard e metricas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2861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8828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Gestao de candidatos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1266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266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Sync de mailbox M365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6967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6509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Parsing de CVs (PDF/DOCX)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608076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Motor de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646480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6419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Templates de email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684885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68031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Envio via Graph</a:t>
            </a:r>
          </a:p>
        </p:txBody>
      </p:sp>
      <p:sp>
        <p:nvSpPr>
          <p:cNvPr id="28" name="Oval 27"/>
          <p:cNvSpPr/>
          <p:nvPr/>
        </p:nvSpPr>
        <p:spPr>
          <a:xfrm>
            <a:off x="6949440" y="22402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7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292608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120640" y="2926080"/>
            <a:ext cx="4389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9496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FASE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108960"/>
            <a:ext cx="1828800" cy="32004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06640" y="312724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EM CURSO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566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Produtividade Operacional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416052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60720" y="4114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Importacao de vagas JSON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45445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44988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Ranking por vaga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492861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60720" y="48828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Accoes em massa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0" y="531266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0" y="5266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Exportacao Excel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0" y="56967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60720" y="56509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Deteccao de duplicados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0" y="608076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Talent Pool inteligente</a:t>
            </a:r>
          </a:p>
        </p:txBody>
      </p:sp>
      <p:sp>
        <p:nvSpPr>
          <p:cNvPr id="47" name="Oval 46"/>
          <p:cNvSpPr/>
          <p:nvPr/>
        </p:nvSpPr>
        <p:spPr>
          <a:xfrm>
            <a:off x="11612880" y="22402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7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84080" y="292608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784080" y="2926080"/>
            <a:ext cx="4389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5840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FASE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070080" y="3108960"/>
            <a:ext cx="1828800" cy="32004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070080" y="312724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PLANEADO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3566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Automatizacao Avancada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49840" y="416052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424160" y="4114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OCR para CVs digitalizados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49840" y="45445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424160" y="44988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Integracao Calendar M365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149840" y="492861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424160" y="48828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Resumos com IA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149840" y="531266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424160" y="5266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Sugestoes de email com IA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49840" y="56967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424160" y="56509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Relatorios avancados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49840" y="608076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42416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Fluxo OAuth robusto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2743200"/>
            <a:ext cx="10972800" cy="109728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2743200"/>
            <a:ext cx="9144000" cy="9144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7680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76800" y="0"/>
            <a:ext cx="4876805" cy="73152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753600" y="0"/>
            <a:ext cx="487680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Pronto para Transformar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Segoe UI Light"/>
              </a:defRPr>
            </a:pPr>
            <a:r>
              <a:t>o Recrutamento?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8404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O ITSector Talent Inbox ATS esta pronto para implementacao imediata.</a:t>
            </a:r>
            <a:br/>
            <a:r>
              <a:t>100% local. Seguro. Inteligente.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12+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Funcionalidades</a:t>
            </a:r>
            <a:br/>
            <a:r>
              <a:t>Principais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Modelos de</a:t>
            </a:r>
            <a:br/>
            <a:r>
              <a:t>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Vagas</a:t>
            </a:r>
            <a:br/>
            <a:r>
              <a:t>Pre-configuradas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Fases de</a:t>
            </a:r>
            <a:br/>
            <a:r>
              <a:t>Evolucao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6675120"/>
            <a:ext cx="4572000" cy="6400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6720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Comecar</a:t>
            </a:r>
            <a:r>
              <a:rPr dirty="0"/>
              <a:t> Agora  &gt;&gt;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7498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ITSector  |  careers@itsector.pt  |  Talent Inbox ATS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b0e46e-af26-40f8-bc06-c0e471e18c78}" enabled="1" method="Privileged" siteId="{9bc3d1cd-55ca-4e13-b5a2-a9e9deaeba3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1691</Words>
  <Application>Microsoft Office PowerPoint</Application>
  <PresentationFormat>Custom</PresentationFormat>
  <Paragraphs>533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Joao BRITO</cp:lastModifiedBy>
  <cp:revision>1</cp:revision>
  <dcterms:created xsi:type="dcterms:W3CDTF">2013-01-27T09:14:16Z</dcterms:created>
  <dcterms:modified xsi:type="dcterms:W3CDTF">2026-03-23T21:28:15Z</dcterms:modified>
  <cp:category/>
</cp:coreProperties>
</file>